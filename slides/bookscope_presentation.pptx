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BookScope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685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Google Books ingestion, local catalog ownership, personal bookshelf workflows, explainable recommendations, and reading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91640"/>
            <a:ext cx="3383280" cy="1143000"/>
          </a:xfrm>
          <a:prstGeom prst="roundRect">
            <a:avLst/>
          </a:prstGeom>
          <a:solidFill>
            <a:srgbClr val="344380"/>
          </a:solidFill>
          <a:ln>
            <a:solidFill>
              <a:srgbClr val="34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Stack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Django REST Framework</a:t>
            </a:r>
            <a:br/>
            <a:r>
              <a:t>SQLite</a:t>
            </a:r>
            <a:br/>
            <a:r>
              <a:t>Simple JWT</a:t>
            </a:r>
            <a:br/>
            <a:r>
              <a:t>OpenAPI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7132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Repository: github.com/IJF9GAWHY8FGA8/bookscope-api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Problem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Why not a proxy?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Public book APIs expose metadata, but not personal reading state, private bookshelf logic, or coursework-specific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Coursework fit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The project demonstrates CRUD, authentication, data ingestion, testing, API documentation, and version-controlled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Chosen scope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Book, author, genre, bookshelf, review, recommendation, and analytics endpoints on top of local SQLite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24128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272C34"/>
                </a:solidFill>
              </a:defRPr>
            </a:pPr>
            <a:r>
              <a:t>Public catalog browsing</a:t>
            </a:r>
          </a:p>
          <a:p>
            <a:pPr>
              <a:defRPr sz="1800">
                <a:solidFill>
                  <a:srgbClr val="272C34"/>
                </a:solidFill>
              </a:defRPr>
            </a:pPr>
            <a:r>
              <a:t>Authenticated bookshelf and review actions</a:t>
            </a:r>
          </a:p>
          <a:p>
            <a:pPr>
              <a:defRPr sz="1800">
                <a:solidFill>
                  <a:srgbClr val="272C34"/>
                </a:solidFill>
              </a:defRPr>
            </a:pPr>
            <a:r>
              <a:t>Explainable recommendation results</a:t>
            </a:r>
          </a:p>
          <a:p>
            <a:pPr>
              <a:defRPr sz="1800">
                <a:solidFill>
                  <a:srgbClr val="272C34"/>
                </a:solidFill>
              </a:defRPr>
            </a:pPr>
            <a:r>
              <a:t>Analytics for genres, ratings, and reading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148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accounts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Register, login, JWT, current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148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catalog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Books, authors, genres, filters, import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2148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engagement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Bookshelf entries and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828800"/>
            <a:ext cx="21488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analytics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Recommendations and aggregate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Django REST Framework handles routing, serializers, permissions, pagination, filtering, and schema generation. Services isolate recommendation, analytics, and ingestion logic from HTTP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64592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Author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Core 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164592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Genre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Core 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828800"/>
            <a:ext cx="164592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Book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Core 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828800"/>
            <a:ext cx="164592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BookshelfEntry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Core 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28800"/>
            <a:ext cx="1645920" cy="10972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Review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Core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Many-to-many: Book to Author and Book to Genre. User-linked uniqueness rules: one bookshelf entry per user per book, and one review per user per 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10058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>
                <a:solidFill>
                  <a:srgbClr val="272C34"/>
                </a:solidFill>
              </a:defRPr>
            </a:pPr>
            <a:r>
              <a:t>Google metadata lands in catalog tables</a:t>
            </a:r>
          </a:p>
          <a:p>
            <a:pPr>
              <a:defRPr sz="1600">
                <a:solidFill>
                  <a:srgbClr val="272C34"/>
                </a:solidFill>
              </a:defRPr>
            </a:pPr>
            <a:r>
              <a:t>User behavior lands in bookshelf and review tables</a:t>
            </a:r>
          </a:p>
          <a:p>
            <a:pPr>
              <a:defRPr sz="1600">
                <a:solidFill>
                  <a:srgbClr val="272C34"/>
                </a:solidFill>
              </a:defRPr>
            </a:pPr>
            <a:r>
              <a:t>Analytics derive from both imported metadata and local activity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Google Books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331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1. Fetch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Read Google Books payloads or local sample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920240"/>
            <a:ext cx="2331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2. Normalize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Extract titles, authors, categories, ISBNs, dates, and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2331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3. Persist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Create or update local authors, genres, and books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920240"/>
            <a:ext cx="23317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4. Build on local data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Run CRUD, recommendation, and analytics from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This keeps the runtime API database-driven and reproducible instead of depending on live external responses during marking.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API Documentation and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>
                <a:solidFill>
                  <a:srgbClr val="272C34"/>
                </a:solidFill>
              </a:defRPr>
            </a:pPr>
            <a:r>
              <a:t>Health, schema, and Swagger UI endpoints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Authentication endpoints for register, token, refresh, and current user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Catalog CRUD for books, authors, and genres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Bookshelf and review workflows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Recommendation and analytics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783080"/>
            <a:ext cx="4617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Submission docs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OpenAPI YAML</a:t>
            </a:r>
            <a:br/>
            <a:r>
              <a:t>API documentation PDF</a:t>
            </a:r>
            <a:br/>
            <a:r>
              <a:t>Technical report PDF</a:t>
            </a:r>
            <a:br/>
            <a:r>
              <a:t>Slides PPTX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931920"/>
            <a:ext cx="4617720" cy="137160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Permissions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Public read for catalog and selected analytics. Staff-only catalog writes. Authenticated user ownership for bookshelf and 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Recommendation and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Signal 1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Preferred genres from highly rated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8308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Signal 2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Preferred authors from highly rated 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78308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Signal 3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External rating strength and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2377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Signal 4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Local popularity from bookshelf and review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101498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>
                <a:solidFill>
                  <a:srgbClr val="272C34"/>
                </a:solidFill>
              </a:defRPr>
            </a:pPr>
            <a:r>
              <a:t>Recommendations exclude books already on the user's shelf or review history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Analytics cover trending books, genre popularity, rating distribution, reading summary, and top authors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The logic is intentionally explainable for easier testing and oral defence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Testing and 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Automated checks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Registration and auth</a:t>
            </a:r>
            <a:br/>
            <a:r>
              <a:t>Catalog list and create</a:t>
            </a:r>
            <a:br/>
            <a:r>
              <a:t>Bookshelf uniqueness</a:t>
            </a:r>
            <a:br/>
            <a:r>
              <a:t>Review uniqueness</a:t>
            </a:r>
            <a:br/>
            <a:r>
              <a:t>Recommendation exclusion</a:t>
            </a:r>
            <a:br/>
            <a:r>
              <a:t>Analytics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83080"/>
            <a:ext cx="4663440" cy="20116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Structured errors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{"error": {"code": "validation_error", "message": "Validation failed.", "details": {"book_id": ["You already have a bookshelf entry for this book."]}}}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519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The API enforces serializer validation, model constraints, permission checks, and consistent HTTP status handling.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Version Control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691640"/>
            <a:ext cx="9326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Commit 1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Runtime setup and API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23160"/>
            <a:ext cx="9326880" cy="530352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Commit 2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Google Books sample and seed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154680"/>
            <a:ext cx="9326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Commit 3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Automated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886200"/>
            <a:ext cx="9326880" cy="530352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Commit 4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Source documentation and asset builders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93268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Commit 5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Generated PDFs, schema, and presentation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66928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0">
                <a:solidFill>
                  <a:srgbClr val="272C34"/>
                </a:solidFill>
              </a:defRPr>
            </a:pPr>
            <a:r>
              <a:t>The public repository shows staged delivery instead of a single final dump.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Deliverables and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Deliverables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Public repo</a:t>
            </a:r>
            <a:br/>
            <a:r>
              <a:t>README</a:t>
            </a:r>
            <a:br/>
            <a:r>
              <a:t>API docs PDF</a:t>
            </a:r>
            <a:br/>
            <a:r>
              <a:t>Technical report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More deliverables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GenAI appendix</a:t>
            </a:r>
            <a:br/>
            <a:r>
              <a:t>Conversation logs appendix</a:t>
            </a:r>
            <a:br/>
            <a:r>
              <a:t>Slides PPTX</a:t>
            </a:r>
            <a:br/>
            <a:r>
              <a:t>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Deployment package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Procfile</a:t>
            </a:r>
            <a:br/>
            <a:r>
              <a:t>render.yaml</a:t>
            </a:r>
            <a:br/>
            <a:r>
              <a:t>gunicorn</a:t>
            </a:r>
            <a:br/>
            <a:r>
              <a:t>Env-driven hosts and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737360"/>
            <a:ext cx="2148840" cy="15544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Hosting note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Provisioning needs a real hosting account. This repo is prepared for that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77639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700" b="0">
                <a:solidFill>
                  <a:srgbClr val="272C34"/>
                </a:solidFill>
              </a:defRPr>
            </a:pPr>
            <a:r>
              <a:t>Repository URL: github.com/IJF9GAWHY8FGA8/bookscope-api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Technical Report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>
                <a:solidFill>
                  <a:srgbClr val="272C34"/>
                </a:solidFill>
              </a:defRPr>
            </a:pPr>
            <a:r>
              <a:t>Why Django, DRF, and SQLite were selected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Why Google Books is treated as an external metadata source, not a runtime backend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Why rule-based recommendation is easier to justify and test in this coursework</a:t>
            </a:r>
          </a:p>
          <a:p>
            <a:pPr>
              <a:defRPr sz="1700">
                <a:solidFill>
                  <a:srgbClr val="272C34"/>
                </a:solidFill>
              </a:defRPr>
            </a:pPr>
            <a:r>
              <a:t>Where the main limitations and future improvements sit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Submission links inside the report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Repository link</a:t>
            </a:r>
            <a:br/>
            <a:r>
              <a:t>API docs link</a:t>
            </a:r>
            <a:br/>
            <a:r>
              <a:t>Slides link</a:t>
            </a:r>
            <a:br/>
            <a:r>
              <a:t>GenAI appendix link</a:t>
            </a:r>
            <a:br/>
            <a:r>
              <a:t>Conversation logs appendix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The report stays within the five-page body limit while still covering architecture, testing, tradeoffs, limitations, and references.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272C34"/>
                </a:solidFill>
              </a:defRPr>
            </a:pPr>
            <a:r>
              <a:t>GenAI Usage and Oversight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272C34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7548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Where AI helped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Requirement extraction</a:t>
            </a:r>
            <a:br/>
            <a:r>
              <a:t>Planning and decomposition</a:t>
            </a:r>
            <a:br/>
            <a:r>
              <a:t>API and documentation structuring</a:t>
            </a:r>
            <a:br/>
            <a:r>
              <a:t>Suggestion review for tests and materials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83080"/>
            <a:ext cx="4663440" cy="2011680"/>
          </a:xfrm>
          <a:prstGeom prst="roundRect">
            <a:avLst/>
          </a:prstGeom>
          <a:solidFill>
            <a:srgbClr val="E7E8D1"/>
          </a:solidFill>
          <a:ln>
            <a:solidFill>
              <a:srgbClr val="E7E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09728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Human control</a:t>
            </a:r>
          </a:p>
          <a:p>
            <a:pPr>
              <a:defRPr sz="1200">
                <a:solidFill>
                  <a:srgbClr val="272C34"/>
                </a:solidFill>
              </a:defRPr>
            </a:pPr>
            <a:r>
              <a:t>Scope was reduced manually</a:t>
            </a:r>
            <a:br/>
            <a:r>
              <a:t>Weak suggestions were rejected</a:t>
            </a:r>
            <a:br/>
            <a:r>
              <a:t>Tests and exports were verified locally</a:t>
            </a:r>
            <a:br/>
            <a:r>
              <a:t>Final tradeoffs were chosen deliberately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>
                <a:solidFill>
                  <a:srgbClr val="272C34"/>
                </a:solidFill>
              </a:defRPr>
            </a:pPr>
            <a:r>
              <a:t>The repository includes both a GenAI declaration appendix and a representative conversation logs appendix.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Flow, Limitations,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325880" cy="1097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058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Demo flow: register, import data, browse catalog, add bookshelf entry, create review, request recommendations, inspect analytics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Limitations: SQLite scale, heuristic ranking, hosting still requires external platform provisioning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Next steps: richer ranking, stronger deployment hardening, more advanced filtering and caching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