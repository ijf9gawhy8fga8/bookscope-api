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9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BookScope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188720" cy="12801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332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>
                <a:solidFill>
                  <a:srgbClr val="FFFFFF"/>
                </a:solidFill>
              </a:defRPr>
            </a:pPr>
            <a:r>
              <a:t>Google Books ingestion, local catalog ownership, personal bookshelf workflows, explainable recommendations, and reading analytics.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21792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72C34"/>
                </a:solidFill>
              </a:defRPr>
            </a:pPr>
            <a:r>
              <a:t>Problem and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188720" cy="12801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332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solidFill>
                  <a:srgbClr val="272C34"/>
                </a:solidFill>
              </a:defRPr>
            </a:pPr>
            <a:r>
              <a:t>Public metadata alone does not support a user's reading workflow. BookScope stores imported book metadata locally and builds CRUD, reviews, recommendations, and analytics on top of that local database.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21792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272C34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72C34"/>
                </a:solidFill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188720" cy="12801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332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solidFill>
                  <a:srgbClr val="272C34"/>
                </a:solidFill>
              </a:defRPr>
            </a:pPr>
            <a:r>
              <a:t>The project is organized into accounts, catalog, engagement, and analytics modules. Django REST Framework handles routing, serialization, filtering, pagination, and JWT-protected endpoints.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21792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272C34"/>
                </a:solidFill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72C34"/>
                </a:solidFill>
              </a:defRPr>
            </a:pPr>
            <a:r>
              <a:t>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188720" cy="12801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332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solidFill>
                  <a:srgbClr val="272C34"/>
                </a:solidFill>
              </a:defRPr>
            </a:pPr>
            <a:r>
              <a:t>Core entities are Author, Genre, Book, BookshelfEntry, and Review. The model supports many-to-many links for catalog metadata and user-specific constraints for bookshelf and review ownership.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21792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272C34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72C34"/>
                </a:solidFill>
              </a:defRPr>
            </a:pPr>
            <a:r>
              <a:t>Google Books Ingestion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188720" cy="12801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332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solidFill>
                  <a:srgbClr val="272C34"/>
                </a:solidFill>
              </a:defRPr>
            </a:pPr>
            <a:r>
              <a:t>Metadata is fetched, normalized, and written into SQLite so the API remains database-driven. The ingestion pipeline handles authors, categories, ISBN values, publication dates, and missing fields.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21792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272C34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72C34"/>
                </a:solidFill>
              </a:defRPr>
            </a:pPr>
            <a:r>
              <a:t>Core API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188720" cy="12801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332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solidFill>
                  <a:srgbClr val="272C34"/>
                </a:solidFill>
              </a:defRPr>
            </a:pPr>
            <a:r>
              <a:t>The API supports authentication, catalog browsing and management, personal bookshelf CRUD, review CRUD, and machine-readable documentation generation.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21792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272C34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72C34"/>
                </a:solidFill>
              </a:defRPr>
            </a:pPr>
            <a:r>
              <a:t>Recommendation and Analytics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188720" cy="12801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332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solidFill>
                  <a:srgbClr val="272C34"/>
                </a:solidFill>
              </a:defRPr>
            </a:pPr>
            <a:r>
              <a:t>Recommendations are rule-based and explainable, combining genre affinity, author affinity, external rating quality, and local popularity. Analytics expose genre popularity, reading summary, rating distribution, and top authors.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21792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272C34"/>
                </a:solidFill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72C34"/>
                </a:solidFill>
              </a:defRPr>
            </a:pPr>
            <a:r>
              <a:t>Testing and Error Handling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188720" cy="12801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332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solidFill>
                  <a:srgbClr val="272C34"/>
                </a:solidFill>
              </a:defRPr>
            </a:pPr>
            <a:r>
              <a:t>Automated tests cover authentication, catalog operations, engagement rules, recommendations, and analytics. API errors are returned in a structured JSON format with status code discipline.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21792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272C34"/>
                </a:solidFill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6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72C34"/>
                </a:solidFill>
              </a:defRPr>
            </a:pPr>
            <a:r>
              <a:t>Version Control and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188720" cy="128016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332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>
                <a:solidFill>
                  <a:srgbClr val="272C34"/>
                </a:solidFill>
              </a:defRPr>
            </a:pPr>
            <a:r>
              <a:t>The final submission includes a public repository, README, API documentation, technical report, slides, and a declared GenAI appendix. Commit history is organized by feature groups rather than by a single final dump.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21792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272C34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9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Limitations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54480"/>
            <a:ext cx="1188720" cy="128016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10332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000">
                <a:solidFill>
                  <a:srgbClr val="FFFFFF"/>
                </a:solidFill>
              </a:defRPr>
            </a:pPr>
            <a:r>
              <a:t>SQLite is appropriate for coursework-scale delivery but not for large concurrent traffic. The current recommendation engine favors explainability over ML complexity, leaving room for future ranking improvements.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217920"/>
            <a:ext cx="1005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FFFFF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